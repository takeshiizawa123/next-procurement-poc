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2286000"/>
          </a:xfrm>
          <a:prstGeom prst="rect">
            <a:avLst/>
          </a:prstGeom>
          <a:solidFill>
            <a:srgbClr val="15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74320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出張手配サービス導入 推奨案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E86AB"/>
                </a:solidFill>
              </a:defRPr>
            </a:pPr>
            <a:r>
              <a:t>会社メール個人アカウント + MFビジネスカード統一運用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</a:defRPr>
            </a:pPr>
            <a:r>
              <a:t>フューチャースタンダード 管理本部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</a:defRPr>
            </a:pPr>
            <a:r>
              <a:t>推奨: 全サービス「会社メール個人アカウント + MFカード」で統一（法人契約なし）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A4A"/>
                </a:solidFill>
              </a:defRPr>
            </a:pPr>
            <a:r>
              <a:t>即日導入・運用統一・MF自動取込の3点を最適化。必要に応じて法人契約を段階的に追加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29184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即日導入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法人契約・審査が一切不要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会社メールでアカウント作成するだけ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全サービス同日に利用開始可能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→ 最短で明日から運用できる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175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017520"/>
            <a:ext cx="329184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運用統一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204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全サービス同一パターンで管理が簡単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入社時: アカウント作成+MFカード登録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退職時: MFカード解除で完結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→ 管理本部の運用負荷を最小化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17520"/>
            <a:ext cx="3291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017520"/>
            <a:ext cx="329184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MF自動取込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全出張費がMFカード明細で自動取込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MF会計Plusに集約 → 立替精算なし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部門別・PJ別のコスト可視化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→ 法人契約追加で更に詳細化も可能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推奨案: 全サービス個人アカウント統一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180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手配対象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サービス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アカウント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決済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宿泊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じゃらん / 楽天トラベル（一般）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航空券（ANA）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ANA公式サイト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航空券（JAL）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JAL公式サイト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東海道・山陽新幹線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スマートEX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東北・北陸新幹線等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えきねっと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レンタカー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各社サイト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会社メールで個人アカウント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前提: 全社員にMFビジネスカード配布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5074920"/>
          <a:ext cx="4572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カード種別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物理カード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実店舗・緊急購入・出張先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社員が常時携帯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バーチャルカード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ECサイト・オンライン予約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用途別に複数発行も可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47091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全サービス同一パターン: 会社メールで個人アカウント + MFカード紐付け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法人契約ゼロ — 審査不要、即日導入可能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MFカード明細でMF会計Plusに自動取込 → 立替精算なし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※ 現在一部社員のみ配布済 → 全社員への追加発行が必要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比較: 全て個人アカウント vs 宿泊のみ法人契約を追加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</a:defRPr>
            </a:pPr>
            <a:r>
              <a:t>※ 航空券・新幹線・レンタカーはどちらの案も「個人アカウント + MFカード」で共通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比較項目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案A: 全て個人アカウント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案B: 宿泊のみ法人契約（JCS or Racco）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導入スピード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即日、審査なし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 JCS: リクルート審査 / Racco: 与信審査2週間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PJ番号の紐付け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/trip申請時にHubSpot案件番号で紐付け済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/trip + JCSカスタム項目（二重管理）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宿泊の経費把握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 MFカード明細のみ（宿名なし）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管理画面CSV（宿名・日程・金額）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上限金額の制御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 なし（社員の自律に依存）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JCS: エリア毎に上限金額設定可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API連携（将来）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 なし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JCS: 予約照会APIあり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法人割引・法人料金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 一般料金のみ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法人一括決済プランの料金表示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管理の統一性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全サービス同一運用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 宿泊だけ別運用（管理画面あり）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費用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完全無料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JCS/Raccoとも無料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94960"/>
            <a:ext cx="5669280" cy="1097280"/>
          </a:xfrm>
          <a:prstGeom prst="round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既存の仕組みでPJ紐付けは解決済み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Slack /trip でHubSpot案件番号を入力（申請時）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MFカード明細とカード予測レコードで自動突合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→ 法人契約なしでもPJ別コスト管理が可能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394960"/>
            <a:ext cx="5303520" cy="10972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5486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案Bへの移行タイミング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806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宿泊費の上限管理をしたくなった時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宿名・日程を含む詳細CSVが必要になった時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API連携で自動化したくなった時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参考: 案Bで法人契約する場合 — JCS vs Racco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比較項目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じゃらんJCS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楽天Racco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評価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審査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リクルート所定の審査あり（期間未確認）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与信審査2週間+ANA Biz 1.5ヶ月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要確認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API連携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予約照会APIあり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おそらく不可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JCS優位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退職時対応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個人ID（影響小）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法人PW変更が必要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JCS優位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宿泊施設数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じゃらんの豊富な在庫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楽天トラベルの在庫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同等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航空券予約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不可（別手配）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パッケージ商品で可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Racco優位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請求書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紙郵送のみ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1枚にまとまる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Racco優位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管理ルール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上限金額・金券除外設定可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リアルタイム利用把握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同等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案Bに移行する場合はJCSが優位（API・退職対応）。Raccoの航空券優位は個人アカウント運用で不要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運用フロー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96596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① 事前承認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Slack /trip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コマンドで申請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上長がSlack承認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46304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19659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② 宿泊手配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574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じゃらんJCSで予約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法人一括決済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PJ番号を入力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46304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463040"/>
            <a:ext cx="19659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③ 航空券手配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574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ANA Biz or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JALオンライン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MFカード決済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146304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1463040"/>
            <a:ext cx="1965960" cy="73152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④ 出張実施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574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新幹線: スマートEX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レンタカー: 各社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MFカード決済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46304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19659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645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⑤ 月次精算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5740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JCS: 確定CSV取込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航空券: MFカード自動取込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新幹線等: MFカード自動取込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1106424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</a:defRPr>
            </a:pPr>
            <a:r>
              <a:t>月次精算の詳細（管理本部）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44805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手配先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データ取得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MF登録方法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証憑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JCS（宿泊）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翌月8日 確定CSV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CSV加工 → MF経費一括登録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紙請求書スキャン → MF添付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ANA Biz/JAL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MFカード明細自動取込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自動（MF連携済み）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利用明細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スマートEX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MFカード明細自動取込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自動（MF連携済み）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利用明細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レンタカー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MFカード明細自動取込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自動（MF連携済み）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利用明細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購入フロー: 通常 / 概算 / 緊急事後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通常フロー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1. /purchase or /trip で事前申請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2. 上長がSlackで承認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3. 各サイトでMFカード購入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4. MFカード明細で自動取込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5. カード予測で申請と自動突合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47472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概算フロー（金額未確定）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1. /purchase で概算額を入力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   「概算」フラグ付きで申請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2. 上長が概算ベースで承認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3. MFカードで購入（実額）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4. 実額と概算を自動比較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5. 差額大なら再承認通知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4747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緊急事後フロー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1. MFカードで緊急購入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   （事前申請する暇がない）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2. 24h以内に事後報告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   品目・理由・緊急理由を入力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3. 上長が事後承認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4. 未報告は週次でアラート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なぜ「緊急時こそMFカード」か — 現金立替との比較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5212080"/>
          <a:ext cx="10698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213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観点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現金立替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MFカード（物理）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購入の記録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本人の申告のみ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カード明細に自動記録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未申告の検知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不可能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明細に申請紐付けなし → アラート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金額の正確性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領収書頼み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明細が正（改ざん不可）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社員の立替負担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あり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なし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実店舗での利用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物理カードで対応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システム連携ロードマップ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1: 手動運用（5月~）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JCS CSV → 手動加工 → MF経費一括登録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ANA Biz/JAL → MFカード明細で自動取込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MFカード → 自動取込（新幹線・レンタカー）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購買管理システムの仕訳管理画面で一括登録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338328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2: API連携（6月~）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JCS予約照会API → 購買管理で自動取込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Slack通知（予約完了・変更・キャンセル）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MF経費への自動登録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PJ番号による部門別集計の自動化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33832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338328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Phase 3: 統合管理（将来構想）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05740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全出張データを購買管理システムに集約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出張費の予実管理ダッシュボード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部門別・PJ別の出張コスト可視化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承認ワークフローの統合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JCSの予約照会APIは Phase 2 以降の自動化において重要な差別化要素。Raccoにはこの選択肢がない。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EC/購買サイト × MFバーチャルカード 対応一覧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86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サイト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カード決済(VISA)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法人アカウント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個人ユーザー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承認フロー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Amazon Business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配下に作成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最大6段階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Business Prime ¥5,900~/年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モノタロウ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エンタープライズ版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多段階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エンタープライズは要問合せ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アスクル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 限定的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無料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たのめーる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営業経由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大塚商会と要相談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カウネット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3Dセキュア必須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 承認時カード不可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無料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ビックカメラ法人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 マルチペイメント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無料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ヨドバシ法人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 振込のみ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△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×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個人アカウントならカード可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いだてん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要確認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プラス社に確認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4937760"/>
            <a:ext cx="5486400" cy="1554480"/>
          </a:xfrm>
          <a:prstGeom prst="roundRect">
            <a:avLst/>
          </a:prstGeom>
          <a:solidFill>
            <a:srgbClr val="E8F8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MFバーチャルカードの強み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社員ごとに個別番号を即時発行（VISA）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カードごとに利用上限を管理者が設定可能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用途別・PJ別にもカード発行可能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→ ECサイト側の購買制御がなくてもカード側で制御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937760"/>
            <a:ext cx="5669280" cy="155448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注意点・要確認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492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ヨドバシ法人: カード不可 → 個人アカウント運用で対応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いだてん: カード決済対応をプラス社に確認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カウネット: 承認フロー利用時はカード決済不可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Amazon Business: 高度機能はBusiness Prime契約が必要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適格請求書（インボイス）・証憑管理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73152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MFカード明細は適格請求書ではない — 各購入先からの適格請求書（領収書）の取得・保存は引き続き必須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購入先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適格請求書の形態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取得方法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保存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Amazon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電子領収書（PDF）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注文履歴からDL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電子保存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じゃらん/楽天トラベル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宿泊明細書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マイページからDL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電子保存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ANA / JAL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搭乗明細・eチケット控え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マイページからDL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電子保存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スマートEX / えきねっと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利用明細・領収書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Web/アプリから取得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電子保存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モノタロウ / アスクル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電子請求書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マイページからDL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電子保存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実店舗（緊急購入）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紙レシート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社員が保管・提出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スキャン → 電子保存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32320" y="2011680"/>
            <a:ext cx="4572000" cy="25603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03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仕訳における取引先の扱い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42316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カード払いでも取引先コードを設定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→ 適格請求書の発行元を管理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→ 購入先別の支出分析に必要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仕訳パターン: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借方: 費用科目（消耗品費等）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貸方: 未払金（MFカード:未請求）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      取引先: 購入先名（Amazon等）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5486400" cy="16459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運用ルール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購入後、適格請求書をSlackスレッドに添付（既存フロー）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電子保存対応: PDF/スクリーンショットをスレッドに投稿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実店舗レシート: スマホ撮影 → スレッドに投稿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証憑未提出は週次で管理本部がフォロー（既存）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46320"/>
            <a:ext cx="5486400" cy="1645920"/>
          </a:xfrm>
          <a:prstGeom prst="roundRect">
            <a:avLst/>
          </a:prstGeom>
          <a:solidFill>
            <a:srgbClr val="FEF9E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937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</a:defRPr>
            </a:pPr>
            <a:r>
              <a:t>免税事業者リスク（インボイス経過措置）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57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インボイス未登録事業者からの購入: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~2026/9: 仕入税額の80%が控除可能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2026/10~2029/9: 50%控除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  2029/10~: 控除不可</a:t>
            </a:r>
          </a:p>
          <a:p>
            <a:pPr>
              <a:spcAft>
                <a:spcPts val="600"/>
              </a:spcAft>
              <a:defRPr sz="1200">
                <a:solidFill>
                  <a:srgbClr val="2D3A4A"/>
                </a:solidFill>
              </a:defRPr>
            </a:pPr>
            <a:r>
              <a:t>→ 購入先の登録番号(T+13桁)を確認する運用を推奨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導入スケジュール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180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時期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アクション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担当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4月前半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MFカード全社員配布（物理+バーチャル）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未配布社員への追加発行。物理=実店舗・緊急用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4月前半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各サービスの会社用個人アカウント作成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各社員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出張: じゃらん/ANA/JAL/スマートEX/えきねっと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4月前半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Amazon Business法人アカウント設定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個人ユーザー追加・購買ポリシー設定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4月中旬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社員向け利用ガイド作成・周知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Slack /trip の案内・各サイトの使い方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5月~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運用開始（案A: 個人アカウント統一）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全社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法人契約なしでスタート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随時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法人契約の追加検討（案B移行判断）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JCS/エクスプレス予約等、必要に応じて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</a:defRPr>
            </a:pPr>
            <a:r>
              <a:t>※ 法人契約なしのため審査不要。アカウント作成+MFカード登録で即日利用開始可能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リスクと対策 / コスト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リスク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影響度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対策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宿泊費の詳細把握が困難（宿名等なし）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Slack /trip で行先・宿泊先を申告。必要時に案Bへ移行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社員の予約に上限がない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MFバーチャルカードの利用上限で制御可能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ヨドバシ法人がカード決済不可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個人アカウント+MFカードで対応、または振込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いだてんのカード決済対応が不明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プラス社に確認。不可なら請求書払い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MF会計Plus OAuth認証が未実施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API連携コードは準備済み。OAuth初回認証を早期に実施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コスト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6634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金額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 marL="101600" marR="101600" marT="50800" marB="50800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出張手配（全サービス）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無料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個人アカウント+MFカード、法人契約なし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Amazon Business Prime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¥5,900~/年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高度な購買管理が必要な場合のみ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MFバーチャルカード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既存契約内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追加費用なし（MFビジネスカード契約済み前提）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法人契約追加時（JCS等）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無料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D3A4A"/>
                          </a:solidFill>
                        </a:defRPr>
                      </a:pPr>
                      <a:r>
                        <a:t>将来の案B移行時も追加費用なし</a:t>
                      </a:r>
                    </a:p>
                  </a:txBody>
                  <a:tcPr marL="101600" marR="101600" marT="50800" marB="50800"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次のアクション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即時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本提案書の社内レビュー・承認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MFカード全社員配布（物理+バーチャル）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Amazon Business法人アカウント設定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338328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4月中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各サービスの会社用アカウント作成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いだてんカード決済対応をプラス社に確認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社員向け利用ガイド作成・周知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338328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338328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5月以降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案A運用開始（個人アカウント統一）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運用状況を見て案B移行を検討</a:t>
            </a:r>
          </a:p>
          <a:p>
            <a:pPr>
              <a:spcAft>
                <a:spcPts val="600"/>
              </a:spcAft>
              <a:defRPr sz="1300">
                <a:solidFill>
                  <a:srgbClr val="2D3A4A"/>
                </a:solidFill>
              </a:defRPr>
            </a:pPr>
            <a:r>
              <a:t>☐ MF会計Plus OAuth初回認証の実施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D"/>
                </a:solidFill>
              </a:defRPr>
            </a:pPr>
            <a:r>
              <a:t>ご検討よろしくお願いいたします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