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このマニュアルで使う用語（1/2）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物品やサービスを購入する前にシステムに登録して承認を得ること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立替精算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個人のお金で先に買い、後から会社に払い戻してもらうこと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このマニュアルで使う用語（2/2）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MFビジネスカードで発行されるオンライン決済専用カード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MFクラウド経費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マネーフォワードの経費精算サービス。立替精算時に使用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マネーフォワードのクラウド会計ソフト（管理本部が操作）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カード利用明細と購買申請を突き合わせるチェック（管理本部の月次作業）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画像から文字を読み取る技術。証憑の金額を自動チェック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OPSチャネル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管理本部向けSlackチャンネル（#purchase-ops）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従来フローからの重要な変更点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旧フロー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新フロー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管理本部が代行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申請者が自分で実施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管理本部カードで一括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各社員のMFバーチャルカードで決済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申請者（または指定した検収者）が確認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管理本部の役割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発注代行 + 経理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経理専任（仕訳・照合・支払）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 or 検収者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カード/請求書/前払い/立替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物品確認者（未指定＝申請者）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鈴木太郎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カード払い: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「承認されました。カードで発注してください」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MFビジネスカード（VISA）で購入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請求書払い: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自分で発注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届いた請求書をSlackスレッド or マイページから提出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VISAが使えない購入先 → 請求書払いを選択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 → DMで理由が届く → /purchase で再申請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カード→納品書/領収書</a:t>
            </a:r>
            <a:br/>
            <a:r>
              <a:t>請求書払い→請求書</a:t>
            </a:r>
            <a:br/>
            <a:r>
              <a:t>立替→レシート/領収書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2つの提出方法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A: Slackスレッドに</a:t>
            </a:r>
            <a:br/>
            <a:r>
              <a:t>ドラッグ&amp;ドロップ</a:t>
            </a:r>
            <a:br/>
            <a:r>
              <a:t>B: マイページから</a:t>
            </a:r>
            <a:br/>
            <a:r>
              <a:t>アップロード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+ 税率読取 + 適格検証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検収後のその他操作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返品が必要な場合: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検収済みの申請で [↩️ 返品] ボタンを押す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確認ダイアログ → 「返品する」を選択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管理本部に通知され、仕訳取消が処理される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10万円以上の購入: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検収完了時に管理本部へ「固定資産登録が必要」と自動通知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申請者の追加操作は不要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支払方法別の提出書類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提出する書類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提出後の処理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カード払い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納品書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自動仕訳ドラフト作成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管理本部が支払処理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立替（購入済）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レシート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MF経費経由で給与精算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④ 申請者がMF経費にログインして経費申請を提出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⑤ 管理本部がMF経費で承認 → 仕訳連携（自動）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⑥ 給与と合算して立替分を振込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MF経費での経費申請の提出は申請者が行う必要があります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  <a:br/>
            <a:r>
              <a:t>HubSpot案件番号（任意）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日当自動計算付きで</a:t>
            </a:r>
            <a:br/>
            <a:r>
              <a:t>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HubSpot案件番号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12345678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日当規程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区分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日当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計算例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日帰り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1泊2日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3,000円×2日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6,000円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2泊3日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3,000円×3日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9,000円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EX予約の場合はICカードで乗車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楽天トラベルRacco も今後利用可能になります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立替が発生した場合 → /purchase「購入済」で申請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承認すると申請者にDMで通知 → 申請者が発注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🔴要対応（証憑待ち・仕訳待ち）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証憑・請求書の受付: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申請者が提出した証憑を確認（自動検知→OCR照合済み）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請求書払い → 請求書を確認して支払処理（銀行振込等）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金額に関係なく自分で発注？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はい。部門長承認後は全件申請者が発注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