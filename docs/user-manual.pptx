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PO-202603-0050）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 or 管理本部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④ 管理本部がMF経費で経費精算を確定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⑤ 給与と合算して立替分を振込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申請者がMF経費を直接操作する必要はありません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EX予約の場合はICカードで乗車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楽天トラベルRacco も今後利用可能になります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立替が発生した場合 → /purchase「購入済」で申請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