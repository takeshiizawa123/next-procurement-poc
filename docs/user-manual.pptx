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購買申請システム</a:t>
            </a:r>
            <a:br/>
            <a:r>
              <a:t>利用者マニュアル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Slack Bot + Webフォーム で購買申請から仕訳まで</a:t>
            </a:r>
            <a:br/>
            <a:r>
              <a:t>v1.0 — 2026-03-28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このマニュアルで使う用語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83480"/>
                <a:gridCol w="498348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94A3B8"/>
                          </a:solidFill>
                        </a:defRPr>
                      </a:pPr>
                      <a:r>
                        <a:t>用語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94A3B8"/>
                          </a:solidFill>
                        </a:defRPr>
                      </a:pPr>
                      <a:r>
                        <a:t>意味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証憑（しょうひょう）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購入を証明する書類。納品書・領収書・請求書など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検収（けんしゅう）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届いた物品が注文通りか確認すること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仕訳（しわけ）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会計処理。管理本部が行うので申請者は意識不要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PO番号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申請ごとに自動発行される管理番号（例: PO-202603-0050）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全体フロー — 購買申請から経理処理まで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申請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申請者</a:t>
            </a:r>
            <a:br/>
            <a:r>
              <a:t>/purchase で入力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承認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部門長</a:t>
            </a:r>
            <a:br/>
            <a:r>
              <a:t>ボタン1つで承認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発注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申請者 or 管理本部</a:t>
            </a:r>
            <a:br/>
            <a:r>
              <a:t>MFカードで購入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検収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申請者</a:t>
            </a:r>
            <a:br/>
            <a:r>
              <a:t>届いたらボタン1つ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証憑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申請者</a:t>
            </a:r>
            <a:br/>
            <a:r>
              <a:t>納品書をスレッドに添付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383280"/>
            <a:ext cx="34747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83880" y="3566160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仕訳・照合・引落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管理本部</a:t>
            </a:r>
            <a:br/>
            <a:r>
              <a:t>MF会計Plus登録</a:t>
            </a:r>
            <a:br/>
            <a:r>
              <a:t>カード明細突合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94A3B8"/>
                </a:solidFill>
              </a:defRPr>
            </a:pPr>
            <a:r>
              <a:t>3つの役割 — 誰が何をする？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8960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89607" y="2011680"/>
            <a:ext cx="256032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6392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00D4FF"/>
                </a:solidFill>
              </a:defRPr>
            </a:pPr>
            <a:r>
              <a:t>申請者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392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①申請 → ③発注 → ④検収 → ⑤証憑</a:t>
            </a:r>
            <a:br/>
            <a:r>
              <a:t>4ステップだけ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1568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15687" y="2011680"/>
            <a:ext cx="256032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9000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7C3AED"/>
                </a:solidFill>
              </a:defRPr>
            </a:pPr>
            <a:r>
              <a:t>部門長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9000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②承認</a:t>
            </a:r>
            <a:br/>
            <a:r>
              <a:t>ボタン1つ（10秒）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4176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41767" y="2011680"/>
            <a:ext cx="2560320" cy="50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1608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EC4899"/>
                </a:solidFill>
              </a:defRPr>
            </a:pPr>
            <a:r>
              <a:t>管理本部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608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E2E8F0"/>
                </a:solidFill>
              </a:defRPr>
            </a:pPr>
            <a:r>
              <a:t>⑥仕訳 → ⑦照合 → ⑧引落</a:t>
            </a:r>
            <a:br/>
            <a:r>
              <a:t>経理処理を一手に担当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Part A</a:t>
            </a:r>
            <a:br/>
            <a:r>
              <a:t>申請者の目線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①申請 → ③発注 → ④検収 → ⑤証憑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申請する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Slackモーダル or Webフォームで申請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/purchase を入力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Slackの任意チャンネルで</a:t>
            </a:r>
            <a:br/>
            <a:r>
              <a:t>コマンドを送信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入力方法を選択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Slackモーダル（簡易）</a:t>
            </a:r>
            <a:br/>
            <a:r>
              <a:t>or Webフォーム（高機能）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フォームに入力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品目・金額・数量・支払方法</a:t>
            </a:r>
            <a:br/>
            <a:r>
              <a:t>・購入目的を入力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送信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#purchase-request に</a:t>
            </a:r>
            <a:br/>
            <a:r>
              <a:t>自動投稿されます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承認を待つ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部門長にDMで</a:t>
            </a:r>
            <a:br/>
            <a:r>
              <a:t>承認依頼が届きます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383280"/>
            <a:ext cx="34747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83880" y="3566160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番号を確認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PO-202603-0050 のような</a:t>
            </a:r>
            <a:br/>
            <a:r>
              <a:t>申請番号が発行されます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入力項目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/>
                <a:gridCol w="2491740"/>
                <a:gridCol w="2491740"/>
                <a:gridCol w="249174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必須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説明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入力例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申請区分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「購入前」or「購入済」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購入前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品目名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何を買うか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会議用モニター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単価（税抜）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1個の金額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45,000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数量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個数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支払方法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カード or 請求書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会社カード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購入先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店舗/サイト名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Amazon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購入目的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利用目的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業務利用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商品URL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自動で情報取得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https://...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承認後: 発注する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承認された後の操作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会社カード + 10万円未満 → 自分で発注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DM: 「承認されました。発注してください」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MFバーチャルカードで購入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購入後 → #purchase-request の [発注完了] ボタンを押す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3日後に自動リマインドDM（押し忘れ防止）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会社カード + 10万円以上 / 請求書払い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管理本部が代行するので、あなたの操作は不要です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差戻しの場合 → DMで理由が届く → /purchase で再申請</a:t>
            </a: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取消 → [取消] ボタン（発注前のみ）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検収と証憑の提出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検収 → 証憑提出 → 完了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物品の到着確認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注文通りの内容か</a:t>
            </a:r>
            <a:br/>
            <a:r>
              <a:t>確認してください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[検収完了] を押す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#purchase-request の</a:t>
            </a:r>
            <a:br/>
            <a:r>
              <a:t>該当メッセージで実行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証憑を用意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納品書 or 領収書の</a:t>
            </a:r>
            <a:br/>
            <a:r>
              <a:t>PDF / 写真を準備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スレッドに添付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該当申請のスレッドに</a:t>
            </a:r>
            <a:br/>
            <a:r>
              <a:t>ドラッグ&amp;ドロップ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Bot が自動検知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種別判定 + OCR金額照合</a:t>
            </a:r>
            <a:br/>
            <a:r>
              <a:t>→ 結果がスレッドに表示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383280"/>
            <a:ext cx="34747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83880" y="3566160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完了!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「あなたの作業は完了です」</a:t>
            </a:r>
            <a:br/>
            <a:r>
              <a:t>経理処理は管理本部が対応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証憑を出さないとどうなる？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証憑がないと仕訳・支払に進めません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自動リマインド: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翌日 — DMで「証憑を提出してください」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3日後 — スレッドに公開投稿（@メンション）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7日後 — 部門長にエスカレーション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次回の申請時、部門長の承認画面に「未提出一覧」が表示されます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EF4444"/>
                </a:solidFill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購入済申請（立替精算）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立替精算の手順と注意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/purchase → 申請区分: 「購入済」を選択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品目・金額を入力 + レシートを必ず添付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承認 → 発注・検収スキップ → 「証憑待ち」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注意: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購入済は緊急時の例外措置です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原則: 事前に /purchase → 承認後にMFカードで購入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証憑なしの購入済申請は処理されません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F59E0B"/>
                </a:solidFill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出張申請（/trip）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出張申請フロー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/trip を入力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Slackで</a:t>
            </a:r>
            <a:br/>
            <a:r>
              <a:t>コマンド送信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モーダルに入力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行き先・日程・目的</a:t>
            </a:r>
            <a:br/>
            <a:r>
              <a:t>交通手段・概算額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送信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#出張チャンネルに</a:t>
            </a:r>
            <a:br/>
            <a:r>
              <a:t>自動投稿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予約する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じゃらん / ANA Biz</a:t>
            </a:r>
            <a:br/>
            <a:r>
              <a:t>/ JAL Online</a:t>
            </a:r>
            <a:br/>
            <a:r>
              <a:t>/ レンタカー / タイムズカー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MFカードで決済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交通費・レンタカー・</a:t>
            </a:r>
            <a:br/>
            <a:r>
              <a:t>食事代もカードで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383280"/>
            <a:ext cx="34747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83880" y="3566160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精算は自動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MF経費→管理本部</a:t>
            </a:r>
            <a:br/>
            <a:r>
              <a:t>が仕訳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10B981"/>
                </a:solidFill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便利ツール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マイページ・ブックマークレット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マイページ（/purchase/my）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自分の申請一覧 + ステータス確認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証憑未提出の案件は黄色いアラートで表示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証憑待ち案件は [証憑UP] ボタンからWeb上で直接提出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ブックマークレット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Amazon等で商品ページを開いて「購買申請」ボタン1つ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商品名・価格・URL が自動入力されたフォームが開く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初回設定: /bookmarklet ページからD&amp;D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Webフォームの入力支援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商品URL貼付 → 自動取得（Amazon/モノタロウ/ASKUL等）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重複チェック / 勘定科目推定 / 下書き自動保存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Part B</a:t>
            </a:r>
            <a:br/>
            <a:r>
              <a:t>承認者（部門長）の目線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②承認 — ボタン1つで完了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7C3AED"/>
                </a:solidFill>
              </a:defRPr>
            </a:pPr>
            <a: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承認する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承認者の操作ガイド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承認依頼: 部下の申請時にBot DMが届く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内容: 品目名・金額・購入先・支払方法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承認: [承認] ボタンを押すだけ（10秒）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DMからでも #purchase-request からでもOK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10万以上は → 管理本部の二段階目に自動回付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24時間放置するとリマインドDMが届きます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差戻し: [差戻し] → 理由入力 → 送信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確認ポイント: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申請者の証憑未提出一覧が表示される場合あり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未提出が多い → 先に提出を促してから承認を推奨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Part C</a:t>
            </a:r>
            <a:br/>
            <a:r>
              <a:t>管理本部の目線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⑥仕訳 → ⑦照合 → ⑧引落 + 発注代行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EC4899"/>
                </a:solidFill>
              </a:defRPr>
            </a:pPr>
            <a: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日常業務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管理本部の日常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毎朝 09:00: #purchase-ops 日次サマリ確認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🔴要対応（承認待ち・発注待ち）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🟡フォロー要（3日以上停滞の証憑待ち）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🟢順調（進行中・完了件数）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発注処理: [開く] → 発注 → [発注完了]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対象: 10万以上 + 請求書払いのみ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仕訳登録: 証憑完了案件を MF会計Plus に登録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[仕訳登録] で自動ドラフト作成 → 借方:費用科目 / 貸方:未払金 or 買掛金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F59E0B"/>
                </a:solidFill>
              </a:defRPr>
            </a:pPr>
            <a: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カード明細照合（月次）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月次照合フロー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CSVダウンロード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MFビジネスカード管理画面</a:t>
            </a:r>
            <a:br/>
            <a:r>
              <a:t>から利用明細CSVを取得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照合UIにアップロード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/admin/card-matching</a:t>
            </a:r>
            <a:br/>
            <a:r>
              <a:t>CSVをドロップ → 自動照合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4タブを処理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自動照合済 / 要確認</a:t>
            </a:r>
            <a:br/>
            <a:r>
              <a:t>/ 明細なし / 未申請利用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引落照合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入出金履歴CSVと</a:t>
            </a:r>
            <a:br/>
            <a:r>
              <a:t>未払金合計を突合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完了通知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</a:defRPr>
            </a:pPr>
            <a:r>
              <a:t>全件処理後</a:t>
            </a:r>
            <a:br/>
            <a:r>
              <a:t>Slackに完了通知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照合結果の4タブ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9E0B"/>
                          </a:solidFill>
                        </a:defRPr>
                      </a:pPr>
                      <a:r>
                        <a:t>タブ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9E0B"/>
                          </a:solidFill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9E0B"/>
                          </a:solidFill>
                        </a:defRPr>
                      </a:pPr>
                      <a:r>
                        <a:t>対応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自動照合済み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申請と明細が自動マッチ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確認のみ（差額は調整仕訳済み）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要確認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候補が複数 or スコア中程度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[これに確定] で正しい明細を選択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明細なし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申請はあるが明細にない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翌月繰越 or キャンセル確認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未申請利用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明細あるが申請がない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本人に確認 or 経費処理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マッチングの仕組み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Phase 1: 予測マッチング — 承認時にcard_last4×金額×日付を自動記録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金額完全一致 → 自動確定、5%以内 → 差額調整、5-10% → 要確認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Phase 2: スコアリング — MF仕訳と明細を突合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金額(50点) + 日付(30点) + 加盟店名(20点) = 100点満点</a:t>
            </a:r>
          </a:p>
          <a:p>
            <a:pPr>
              <a:spcAft>
                <a:spcPts val="400"/>
              </a:spcAft>
              <a:defRPr sz="800"/>
            </a:pPr>
          </a:p>
          <a:p>
            <a:pPr>
              <a:spcAft>
                <a:spcPts val="400"/>
              </a:spcAft>
              <a:defRPr sz="2000">
                <a:solidFill>
                  <a:srgbClr val="E2E8F0"/>
                </a:solidFill>
              </a:defRPr>
            </a:pPr>
            <a:r>
              <a:t>引落照合: 未払金(請求)合計 vs 銀行引落額</a:t>
            </a:r>
          </a:p>
          <a:p>
            <a:pPr lvl="1">
              <a:spcAft>
                <a:spcPts val="400"/>
              </a:spcAft>
              <a:defRPr sz="1500">
                <a:solidFill>
                  <a:srgbClr val="94A3B8"/>
                </a:solidFill>
              </a:defRPr>
            </a:pPr>
            <a:r>
              <a:t>差額 → 月末繰越/返品/年会費等のガイド表示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月次作業カレンダー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EC4899"/>
                          </a:solidFill>
                        </a:defRPr>
                      </a:pPr>
                      <a:r>
                        <a:t>作業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EC4899"/>
                          </a:solidFill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EC4899"/>
                          </a:solidFill>
                        </a:defRPr>
                      </a:pPr>
                      <a:r>
                        <a:t>所要時間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カード明細照合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照合UI 4タブ処理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30-60分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引落照合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引落照合タブで未払金突合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15分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じゃらんCSV取込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管理画面からCSV → アップロード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15分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仕訳一括処理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未処理の仕訳待ちを一括登録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30分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コンプライアンスレビュー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未申請/承認前購入の件数確認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15分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FAQ &amp;</a:t>
            </a:r>
            <a:br/>
            <a:r>
              <a:t>操作早見表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よくある質問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83480"/>
                <a:gridCol w="498348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0B981"/>
                          </a:solidFill>
                        </a:defRPr>
                      </a:pPr>
                      <a:r>
                        <a:t>質問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0B981"/>
                          </a:solidFill>
                        </a:defRPr>
                      </a:pPr>
                      <a:r>
                        <a:t>回答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申請を間違えた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[取消] → 再申請（発注後は管理本部に連絡）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証憑を紛失した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管理本部に相談（カード明細スクショで代替可）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承認が来ない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部門長にSlackで確認（24時間後に自動リマインド）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10万以上を自分で買いたい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不可（管理本部が発注 — 固定資産管理ルール）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カード明細照合って何？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管理本部の月次作業。一般社員は意識不要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未申請利用の連絡が来た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/purchase で事後申請を出してください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操作早見表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やりたいこと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操作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0D4FF"/>
                          </a:solidFill>
                        </a:defRPr>
                      </a:pPr>
                      <a:r>
                        <a:t>対象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購買申請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/purchase → モーダル or Webフォーム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出張申請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/trip → モーダル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自分の状況確認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/purchase/my（マイページ）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承認する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DM or #purchase-request の [承認]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部門長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発注完了を報告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[発注完了] ボタン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申請者/管理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検収完了を報告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[検収完了] ボタン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証憑を提出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スレッドにD&amp;D or マイページ [証憑UP]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カード明細を照合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/admin/card-matching → CSV読込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管理本部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引落額を照合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/admin/card-matching → 引落照合タブ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</a:defRPr>
                      </a:pPr>
                      <a:r>
                        <a:t>管理本部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ご不明点は</a:t>
            </a:r>
            <a:br/>
            <a:r>
              <a:t>管理本部まで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#purchase-ops チャンネル または DM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