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v0.2 —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購買申請の出し方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Webフォームの機能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Webフォーム: 4ステップ入力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「購入前」or「購入済」</a:t>
            </a:r>
            <a:br/>
            <a:r>
              <a:t>購入済は証憑添付が必須に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商品情報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品目・金額・購入先</a:t>
            </a:r>
            <a:br/>
            <a:r>
              <a:t>URL貼付で自動取得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詳細情報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条件分岐で項目が変化</a:t>
            </a:r>
            <a:br/>
            <a:r>
              <a:t>承認ルートをプレビュー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確認画面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重複チェック + 勘定科目推定</a:t>
            </a:r>
            <a:br/>
            <a:r>
              <a:t>送信前に最終確認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入力支援機能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商品URL自動解析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URLを貼ると商品名・価格を自動取得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対応: Amazon / モノタロウ / ASKUL / ヨドバシ / ビックカメラ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 がブロックした場合はURL文字列から商品名を推定（金額は手動）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購入先サジェスト — 過去の購入先から候補表示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金額カンマ整形 — 離れると 45,000 に自動整形 + 合計リアルタイム計算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条件分岐 — 区分・支払方法で項目が動的変化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承認ルートプレビュー — 金額に応じた承認フローをリアルタイム表示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高度な機能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一括申請（複数品目）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「品目を追加」ボタンで追加品目を入力 / 合計金額を自動計算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確認画面: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 — 類似申請がある場合に警告表示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勘定科目推定 — 品目名から推定科目を自動表示（確度: 高/中/低）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その他: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下書き自動保存（0.5秒ごと / ブラウザ再訪問で復元）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過去申請ワンクリック複製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カメラ撮影対応（モバイル — 証憑を直接撮影）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KATANA POサジェスト（在庫管理連携）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初回設定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/bookmarklet ページから</a:t>
            </a:r>
            <a:br/>
            <a:r>
              <a:t>ボタンをブックマークバーに</a:t>
            </a:r>
            <a:br/>
            <a:r>
              <a:t>ドラッグ&amp;ドロップ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Amazon等で購入したい</a:t>
            </a:r>
            <a:br/>
            <a:r>
              <a:t>商品のページを表示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フォーム自動入力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商品名・価格・購入先・URL</a:t>
            </a:r>
            <a:br/>
            <a:r>
              <a:t>が入力済みで開きます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支払方法・数量等を</a:t>
            </a:r>
            <a:br/>
            <a:r>
              <a:t>追加して申請完了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その他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ブックマークレットの場合のみ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承認後の操作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承認された場合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+ 10万円未満（自分で発注）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MFバーチャルカードで購入 → [発注完了] ボタン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3日後に自動リマインドDMが届きます（押し忘れ防止）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+ 10万円以上 /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管理本部が代行 — あなたの操作は不要です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差戻しの場合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DMで理由が届く → /purchase で再申請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取消: [取消] ボタン（発注前のみ）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納品書 or 領収書の</a:t>
            </a:r>
            <a:br/>
            <a:r>
              <a:t>PDF / 写真を準備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スレッドに添付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該当申請のスレッドに</a:t>
            </a:r>
            <a:br/>
            <a:r>
              <a:t>ドラッグ&amp;ドロップ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 — スレッドに公開投稿（@メンション — 周りにも見えます）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Webからも提出可能: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マイページ (/purchase/my) の [証憑UP] ボタンから直接アップロード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立替精算の手順と注意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 → 発注・検収スキップ → 「証憑待ち」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原則: 事前に /purchase → MFカードで購入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承認者（部門長）向け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10万以上は → 管理本部の二段階目に自動回付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管理本部向け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管理本部の日常業務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🔴要対応 / 🟡フォロー要 / 🟢順調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発注処理: [開く] → 発注 → [発注完了]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対象: 10万以上 + 請求書払いのみ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[仕訳登録] で自動ドラフト作成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週次: カード明細突合レポート（月曜 11:00）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未申請購入・承認前購入・金額不一致を自動検知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月次: CSV取込 / 仕訳一括 / コンプライアンスレビュー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マイページと /mystatus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自分の申請状況を確認する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/mystatus コマンド（Slack）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Slackで /mystatus → 自分の未対応案件をDMでサマリ表示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各案件に「次にやること」が表示される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マイページへのリンクも含まれる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マイページ（Web: 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ページ上部に未対応事項ダッシュボード（黄色いアラート）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発注未完了・証憑待ちは赤背景で優先表示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証憑待ち案件は [証憑UP] ボタンからWeb上で直接提出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フィルター: すべて / 進行中 / 完了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各申請からSlackスレッドへジャンプ可能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Slackで</a:t>
            </a:r>
            <a:br/>
            <a:r>
              <a:t>コマンド送信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予約する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じゃらん / ANA Biz</a:t>
            </a:r>
            <a:br/>
            <a:r>
              <a:t>/ JAL Online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交通費・食事代も</a:t>
            </a:r>
            <a:br/>
            <a:r>
              <a:t>カードで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MF経費→管理本部</a:t>
            </a:r>
            <a:br/>
            <a:r>
              <a:t>が仕訳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宿泊・交通の手配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宿泊: じゃらんJCS（先行）/ 楽天Racco（後追い）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法人専用項目にプロジェクト番号を入力 / 会社宛て請求書払い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航空券: ANA Biz / JAL Online で法人予約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新幹線: スマートEX → MFカード決済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その他: タクシー・食事もMFカードで決済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立替が発生した場合: /purchase → 「購入済」で申請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FAQ &amp; 操作早見表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10万以上を自分で買いたい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不可（管理本部が発注 — 固定資産管理ルール）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複数品目を一括申請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Webフォームの「品目追加」で可能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自分の申請状況を見たい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/mystatus コマンド or マイページ (/purchase/my)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Slackが使えない時の証憑提出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マイページの [証憑UP] ボタンから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/mystatus or マイページ (/purchase/my)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ブックマークレットで申請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商品ページでブックマーク→自動入力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ボタン（発注前のみ）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