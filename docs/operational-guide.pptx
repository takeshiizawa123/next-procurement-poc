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購買管理・出張管理</a:t>
            </a:r>
            <a:br/>
            <a:r>
              <a:t>想定運用ガイド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next-procurement-poc  |  2026-03-28  v3.0（Supabase版）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システム概要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申請・発注・検収・証憑添付</a:t>
            </a:r>
            <a:br/>
            <a:r>
              <a:t>全件自分で発注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承認者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部門長</a:t>
            </a:r>
            <a:br/>
            <a:r>
              <a:t>DMでボタン1クリック承認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仕訳・照合・支払</a:t>
            </a:r>
            <a:br/>
            <a:r>
              <a:t>経理処理を専任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申請者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/purchase → 承認待ち → カード決済 → 検収 → 証憑PDF添付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/mystatus で自分の未対応案件を確認 / マイページで証憑UP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承認者（部門長）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Bot DM の [承認] / [差戻し] — 10秒/件 / 24時間後に自動リマインド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管理本部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09:00 日次サマリ → 証憑確認 → 仕訳登録 → 週次で突合レポート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パターンA: カード払い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カード決済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証憑添付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パターンB: 請求書払い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発注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請求書</a:t>
            </a:r>
            <a:br/>
            <a:r>
              <a:t>提出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支払処理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パターンC: 購入済（立替精算）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緊急時のみ: すでに購入済みの場合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申請時に証憑添付が必須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承認→発注・検収スキップ→即「証憑完了」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MF経費経由で給与精算
専用ページ: /expense/new から簡易申請可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提出方法（全パターン共通）: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Slackスレッドにドラッグ&amp;ドロップ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マイページ（/purchase/my）からアップロード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申請チャネル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2つの申請方法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Slackモーダル（/purchase → 「Slackモーダルで入力」）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シンプルな申請向き / 7項目入力で完了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Webフォーム（/purchase → 「Webフォームで入力」）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4ステップ入力 / URL自動解析 / 承認ルートプレビュー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重複チェック・勘定科目推定（確認画面）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一括申請（複数品目）/ 下書き自動保存 / 過去申請複製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ブックマークレット（/bookmarklet で初回設定）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ECサイトの商品ページからワンクリックでフォーム起動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Amazon/モノタロウ/ASKUL/ヨドバシ/ビックカメラ対応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承認ルールと権限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承認と発注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承認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部門長のみ</a:t>
            </a:r>
            <a:br/>
            <a:r>
              <a:t>金額に関わらず1段階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申請者が全件発注</a:t>
            </a:r>
            <a:br/>
            <a:r>
              <a:t>カード/請求書問わず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経理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管理本部</a:t>
            </a:r>
            <a:br/>
            <a:r>
              <a:t>仕訳・照合・支払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ボタン権限マトリクス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 / 差戻し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○（発注前のみ）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証憑管理</a:t>
            </a:r>
            <a:br/>
            <a:r>
              <a:t>3層アーキテクチャ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証憑管理の3層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F4444"/>
                </a:solidFill>
              </a:defRPr>
            </a:pPr>
            <a:r>
              <a:t>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第1層: システムブロック</a:t>
            </a:r>
            <a:br/>
            <a:r>
              <a:t>証憑なし = 仕訳不可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Remind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第2層: 段階催促</a:t>
            </a:r>
            <a:br/>
            <a:r>
              <a:t>Day 0/1/3/7 自動リマインド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Deter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第3層: 抑止統制</a:t>
            </a:r>
            <a:br/>
            <a:r>
              <a:t>公開投稿・部門長エスカレ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段階催促タイムライン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経過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効果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スレッド投稿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初回通知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DMダイジェスト（まとめて1通）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個別リマインド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公開投稿（@メンション）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全員に可視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同僚の目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7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部門長DMエスカレ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管理圧力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未提出一覧を表示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承認判断材料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統制設計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3層統制フレームワーク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事前統制（Preventive）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部門長承認 / 高額品は用途・理由必須 / 購入済は証憑必須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発見統制（Detective）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カード明細突合（週次）→ 未申請購入・承認前購入・金額不一致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OCR金額照合（証憑添付時）→ 許容差 ±500円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日次サマリ（毎朝09:00）→ 要対応/フォロー要/順調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抑止統制（Behavioral Change）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段階催促 Day 0/1/3/7 / 突合可視化 / 月次レビュー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MF連携 + 出張管理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MF連携フロー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MFビジネス</a:t>
            </a:r>
            <a:br/>
            <a:r>
              <a:t>カード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MFクラウド</a:t>
            </a:r>
            <a:br/>
            <a:r>
              <a:t>経費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購買台帳</a:t>
            </a:r>
            <a:br/>
            <a:r>
              <a:t>(Supabase)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MF会計</a:t>
            </a:r>
            <a:br/>
            <a:r>
              <a:t>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  <a:br/>
            <a:r>
              <a:t>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出張予約完了申請フロー（事後承認）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/trip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#出張CH</a:t>
            </a:r>
            <a:br/>
            <a:r>
              <a:t>投稿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じゃらん/</a:t>
            </a:r>
            <a:br/>
            <a:r>
              <a:t>ANA/JAL予約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MFカード</a:t>
            </a:r>
            <a:br/>
            <a:r>
              <a:t>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CSV取込</a:t>
            </a:r>
            <a:br/>
            <a:r>
              <a:t>(月次)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→仕訳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Web機能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 + /mystatus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/mystatus（Slack）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自分の未対応案件をDMでサマリ表示 + マイページリンク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未対応事項ダッシュボード — 発注未完了・証憑待ちを優先表示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証憑待ち案件から [証憑UP] ボタンでWeb提出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サマリカード + フィルター + Slackリンク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購買ダッシュボード（/dashboard）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ステータス分布 / 部門別 / 購入先TOP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月次カード明細照合フロー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</a:t>
            </a:r>
            <a:br/>
            <a:r>
              <a:t>ダウンロード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 を開き</a:t>
            </a:r>
            <a:br/>
            <a:r>
              <a:t>月を選択してCSVを</a:t>
            </a:r>
            <a:br/>
            <a:r>
              <a:t>ドロップ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自動照合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予測テーブル照合(Phase1)</a:t>
            </a:r>
            <a:br/>
            <a:r>
              <a:t>→ スコア照合(Phase2)</a:t>
            </a:r>
            <a:br/>
            <a:r>
              <a:t>→ 4区分に振り分け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要確認の処理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差異タグを見て</a:t>
            </a:r>
            <a:br/>
            <a:r>
              <a:t>正しい明細を選択</a:t>
            </a:r>
            <a:br/>
            <a:r>
              <a:t>→ [これに確定]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未申請利用の対応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本人に確認通知</a:t>
            </a:r>
            <a:br/>
            <a:r>
              <a:t>または経費として処理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  <a:br/>
            <a:r>
              <a:t>→ 差額調査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予測マッチング（高精度）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購買承認時に office_member_id × 金額 × 予想日付 を予測テーブルに自動記録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自動（差額調整付き）、5-10%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スコアリング（フォールバック）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80点以上 → 自動確定、50-79点 → 要確認、50点未満 → 未マッチ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MF会計Plusの未払金(請求)仕訳をカード別に集計 → CSVの引落額と突合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差額がある場合: 月末繰越・返品・年会費等のガイドを表示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定期タスク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オペレーションカレンダー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頻度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時刻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実行者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09:00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日次サマリ（#purchase-ops）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証憑催促DM + 承認リマインド + 発注完了リマインド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DM承認依頼の処理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証憑確認・仕訳待ち処理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週次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月曜 11:00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カード明細突合バッチ → Slack通知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月初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カード明細照合UI → 4タブ処理 + 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~15日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仕訳一括・コンプライアンスレビュー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ステータス遷移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通常フロー（カード・請求書共通）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購入済フロー（立替）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  <a:br/>
            <a:r>
              <a:t>+証憑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  <a:br/>
            <a:r>
              <a:t>（即時）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Ready to Launch.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Supabase版 全機能実装完了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