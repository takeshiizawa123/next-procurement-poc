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購買申請システム</a:t>
            </a:r>
            <a:br/>
            <a:r>
              <a:t>利用者マニュアル</a:t>
            </a:r>
          </a:p>
          <a:p>
            <a:pPr algn="ctr">
              <a:spcBef>
                <a:spcPts val="1600"/>
              </a:spcBef>
              <a:defRPr sz="2000">
                <a:solidFill>
                  <a:srgbClr val="95A5A6"/>
                </a:solidFill>
              </a:defRPr>
            </a:pPr>
            <a:r>
              <a:t>Slack Bot で購買申請から仕訳計上まで</a:t>
            </a:r>
            <a:br/>
            <a:r>
              <a:t>v0.1 ドラフト — 2026-03-26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 購買申請の出し方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申請の手順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/purchase と入力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Slackの任意チャンネルで</a:t>
            </a:r>
            <a:br/>
            <a:r>
              <a:t>/purchase コマンドを送信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34840" y="150876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入力方法を選択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Slackモーダル（簡易）</a:t>
            </a:r>
            <a:br/>
            <a:r>
              <a:t>またはWebフォーム（高機能）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83880" y="150876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フォームに入力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品目名・金額・数量</a:t>
            </a:r>
            <a:br/>
            <a:r>
              <a:t>支払方法・購入目的を入力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送信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03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#purchase-request に</a:t>
            </a:r>
            <a:br/>
            <a:r>
              <a:t>自動投稿されます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1089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4840" y="32461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承認待ち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703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部門長にDMで</a:t>
            </a:r>
            <a:br/>
            <a:r>
              <a:t>承認依頼が届きます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1089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83880" y="32461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申請番号の確認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703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PR-0050 のような</a:t>
            </a:r>
            <a:br/>
            <a:r>
              <a:t>番号が発行されます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入力項目一覧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必須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説明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入力例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申請区分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「購入前」または「購入済」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購入前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品目名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何を購入するか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会議用モニター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単価（税抜）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1個あたりの金額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45,000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購入数量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支払方法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会社カード / 請求書払い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会社カード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購入先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購入先の名前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Amazon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購入目的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業務利用 / プロジェクト利用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業務利用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受取場所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本社 / 支社 / リモート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本社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商品URL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ECサイトURL（自動情報取得）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https://...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 承認後の操作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承認された場合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会社カード + 10万円未満（自分で発注）: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Bot DMで「承認されました。発注してください」と届く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MFバーチャルカードで商品を購入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#purchase-request の [発注完了] ボタンを押す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会社カード + 10万円以上 / 請求書払い: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管理本部が発注を代行します — 申請者の操作は不要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管理本部が発注完了するとDMで通知が届きます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差戻しされた場合: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Bot DMで理由が届く → 内容修正して /purchase で再申請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 検収と証憑の提出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検収 → 証憑提出の手順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物品の到着を確認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届いた物品が</a:t>
            </a:r>
            <a:br/>
            <a:r>
              <a:t>注文通りか確認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34840" y="150876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[検収完了] ボタン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#purchase-request の</a:t>
            </a:r>
            <a:br/>
            <a:r>
              <a:t>該当メッセージで押す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83880" y="150876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証憑を用意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納品書・領収書の</a:t>
            </a:r>
            <a:br/>
            <a:r>
              <a:t>PDF or 写真を準備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スレッドに添付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03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該当申請のスレッドに</a:t>
            </a:r>
            <a:br/>
            <a:r>
              <a:t>ファイルをドラッグ&amp;ドロップ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1089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4840" y="32461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自動検知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703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Botが種別判定 +</a:t>
            </a:r>
            <a:br/>
            <a:r>
              <a:t>OCR金額照合を実行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1089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83880" y="32461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完了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703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「金額一致」表示で</a:t>
            </a:r>
            <a:br/>
            <a:r>
              <a:t>仕訳計上待ちに移行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証憑を出さないとどうなる？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証憑がないと会計処理（仕訳・支払）に進めません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自動リマインドの流れ: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翌日: DMで「証憑を提出してください」（まとめて1通）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3日後: スレッドに公開投稿（@メンション付き — 周りにも見えます）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7日後: 部門長にエスカレーション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さらに: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次回の申請時、部門長の承認画面に「未提出一覧」が表示されます</a:t>
            </a:r>
          </a:p>
          <a:p>
            <a:pPr>
              <a:spcBef>
                <a:spcPts val="1200"/>
              </a:spcBef>
              <a:defRPr sz="1400" i="1">
                <a:solidFill>
                  <a:srgbClr val="95A5A6"/>
                </a:solidFill>
              </a:defRPr>
            </a:pPr>
            <a:r>
              <a:t>対応形式: PDF、JPEG、PNG、HEIC、WebP、TIFF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 購入済申請（立替精算）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購入済（立替）の手順と注意事項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手順: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/purchase → 申請区分:「購入済」を選択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品目・金額を入力 + 証憑（レシート）を必ず添付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承認後、自動的に「検収済・証憑待ち」に遷移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注意事項: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購入済申請は緊急時の例外措置です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原則: 事前に /purchase で申請 → MFカードで購入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証憑なしの購入済申請は処理されません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 承認者（部門長）向け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承認者の操作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承認依頼の受け取り: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部下の申請時にBotからDMが届きます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内容: 品目名・金額・購入先・支払方法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承認する: [承認] ボタンを押すだけ（10秒）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DMからでも #purchase-request からでも操作可能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10万円以上は部門長承認後に管理本部の二段階目に回ります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差戻しする: [差戻し] ボタン → 理由入力 → 送信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申請者にDMで理由が通知されます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確認ポイント: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申請者の証憑未提出一覧が表示される場合があります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未提出が多い場合は先に提出を促してから承認を推奨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6 管理本部向け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管理本部の日常業務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毎朝 09:00: #purchase-ops の日次サマリを確認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🔴要対応: 承認待ち・発注待ち（管理本部が発注する案件）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🟡フォロー要: 3日以上停滞の証憑待ち（スレッドリンク付き）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🟢順調: 進行中・完了件数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発注処理: サマリの [開く] からスレッドへ → 発注 → [発注完了]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10万以上 or 請求書払いのみが管理本部の発注対象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仕訳登録: 証憑完了案件を MF会計Plus に登録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[仕訳登録] ボタンで自動ドラフト作成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週次: カード明細突合レポート確認（月曜 11:00 自動投稿）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月次: じゃらんCSV取込、仕訳一括処理、コンプライアンスレビュー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7 出張申請（/trip）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出張申請の手順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/trip と入力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Slackの任意チャンネルで</a:t>
            </a:r>
            <a:br/>
            <a:r>
              <a:t>/trip コマンドを送信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34840" y="150876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モーダルに入力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行き先・日程・目的</a:t>
            </a:r>
            <a:br/>
            <a:r>
              <a:t>交通手段・概算額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83880" y="150876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送信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#出張チャンネルに</a:t>
            </a:r>
            <a:br/>
            <a:r>
              <a:t>自動投稿されます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予約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03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じゃらん / ANA Biz /</a:t>
            </a:r>
            <a:br/>
            <a:r>
              <a:t>JAL Online で予約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1089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4840" y="32461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出張実施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703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MFカードで</a:t>
            </a:r>
            <a:br/>
            <a:r>
              <a:t>交通費・食事代を決済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1089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83880" y="32461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精算（自動）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703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カード明細 → MF経費</a:t>
            </a:r>
            <a:br/>
            <a:r>
              <a:t>→ 管理本部が仕訳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宿泊・交通の手配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宿泊: じゃらんJCS（法人向け）を使用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予約時に「法人専用項目1」にプロジェクト番号を入力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支払は会社宛て請求書払い（個人負担なし）</a:t>
            </a:r>
          </a:p>
          <a:p>
            <a:pPr lvl="1">
              <a:spcAft>
                <a:spcPts val="600"/>
              </a:spcAft>
              <a:defRPr sz="1500">
                <a:solidFill>
                  <a:srgbClr val="95A5A6"/>
                </a:solidFill>
              </a:defRPr>
            </a:pPr>
            <a:r>
              <a:t>楽天トラベルRacco も今後利用可能（準備中）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航空券: ANA Biz / JAL Online で法人予約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新幹線: スマートEX等 → MFビジネスカードで決済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その他（タクシー・食事等）: MFカードで決済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立替が発生した場合: /purchase → 「購入済」で申請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Q&amp;A よくある質問（FAQ）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質問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回答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申請を間違えた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発注前なら [取消] → 再申請。発注後は管理本部に連絡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証憑を紛失した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管理本部に相談。カード明細のスクショ等で代替可能な場合あり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承認が来ない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部門長にSlackで直接確認してください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10万以上を自分で買いたい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不可。管理本部が発注・決済します（固定資産管理のルール）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請求書払いの証憑は？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ベンダーからの請求書をスレッドに添付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複数品目をまとめて申請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Webフォームなら「品目追加」で一括申請可能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出張の承認フローは？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/trip は投稿のみ。予約前にチャンネルで上長了承を得る運用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操作早見表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操作早見表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やりたいこと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購買申請を出す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/purchase → モーダルまたはWebフォーム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出張申請を出す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/trip → モーダル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申請を承認する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DM or #purchase-request の [承認] ボタン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発注完了を報告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#purchase-request の [発注完了] ボタン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検収完了を報告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#purchase-request の [検収完了] ボタン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証憑を提出する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申請スレッドにファイルをドラッグ&amp;ドロップ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申請を取り消す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[取消] ボタン（発注前のみ）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ご不明点は</a:t>
            </a:r>
            <a:br/>
            <a:r>
              <a:t>管理本部までお問い合わせください</a:t>
            </a:r>
          </a:p>
          <a:p>
            <a:pPr algn="ctr">
              <a:spcBef>
                <a:spcPts val="1600"/>
              </a:spcBef>
              <a:defRPr sz="2000">
                <a:solidFill>
                  <a:srgbClr val="95A5A6"/>
                </a:solidFill>
              </a:defRPr>
            </a:pPr>
            <a:r>
              <a:t>#purchase-ops チャンネルまたはDMで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